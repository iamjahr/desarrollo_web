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F729C-289D-2631-E79A-FBB8D5937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562D2B-2551-A526-06F2-8C3B2B32C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E6F869-375C-D4CF-C666-AC4C2DDDF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D32E6F-E83C-E3F1-3516-0656DDC8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F4F788-CEAB-A010-E933-AE1ECB48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9593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5F969-E9A0-7947-44E5-E93B5ED6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90D0BD-C07D-3DFF-0376-2CBA6E45B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605926-2F26-31B3-166B-1377EA3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9251E2-6186-270C-3C88-4912D3B54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DC237D-68D6-7A18-4135-BC6CB22A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8430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60FBA-D28F-F754-4E6B-10DCB6046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D2165F-9840-F12C-C1F8-19764350E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4CFB49-4A77-CCA5-45E9-CE7576BF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C6984-652D-E3DC-D481-0F39C580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F1124F-6086-1538-ABB7-CE6D11A2F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396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1D9A6-35C1-F087-C1D1-D48C2927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D068B8-1869-23ED-8385-C644FBEEF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9F6EF9-D697-6EA5-64D1-0267148C1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EAC53A-03C1-D0DA-6FAE-9433BE13F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EAE52D-AC70-D10F-CEB1-970DB2F4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7C2BFD-1DCE-5EAE-265C-1789015F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120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44F5C-11BE-CB5A-1335-086BCDD6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2D55CE-88DE-E46C-8CDE-B473CA523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FBBC07-22B0-A91B-675F-AFB62EED7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40D2DA3-9F26-B5E9-C644-4DAEC6D3C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B3C601-F645-76F3-C81D-258E801DE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042D63-00D8-F4E1-0217-FCAC5EC6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A98B0AC-2B99-2929-3797-7C049721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A7863D3-D41F-8C36-7619-71D6720E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670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4D58F-2D03-4A77-40FF-7C0AD1542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1FCA27-E727-B9B9-C299-1ADAE860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494B368-16A1-D990-0730-457D25F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51B318-C942-7FC3-C577-C63238BF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567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2122706-E762-7C08-EAC2-E901C6BE2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5C8F78-0FD1-1568-F8A6-9A1E3FA3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C7ACF5-AC88-FF24-8A9E-B5991269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829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C63B1-6B5C-320E-9FFD-53B6146A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EE55FE-3FEF-A630-AFE0-2B688F2C3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025131-C396-A5E4-99DE-6DB068F70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F27692-FF69-71A4-0CDF-3DEE063C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170A7D-34BE-CEA9-46DF-98873327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47D491-9B39-E666-BC82-8E82FB27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4627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420C3-3599-8011-A000-9057BF89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83F511E-F049-0ED2-28E5-E4BFFEB244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44A183-0AC5-5181-0113-A2773024A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51816A-B4F0-8698-0D01-1E09CAA32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59BE47-1EA9-9B42-FD57-E63E1C67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2E529F-41E5-FB4E-2D4B-09DBB834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161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8006D-9EDC-94D9-0657-13A469A3B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506F77-56B5-75B2-A7F6-29B7F2F64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E54D45-0B34-7014-FC4F-8C2E509B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D544A7-AD16-B1CE-CDC7-7B073281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EC99E8-4C0C-37AB-8506-6EB623B9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303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72BBE7-B5A3-3405-5F45-F2E88DC40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CC9EA8-7576-3200-FC80-615ADCDB9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54E0FB-C655-5BD5-D02C-07A8CCA2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D35D35-A203-C4CC-B38A-00B58594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5A24A8-952E-3A8B-2200-4ED15F5B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7944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0122D6E-8216-0A3D-7C20-6C9E3420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19DACB-801D-0BCC-BC94-DA3F90617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4DCF23-D982-488A-C5AE-769058E06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DA791-D69D-4694-B1E6-2362D954B9B5}" type="datetimeFigureOut">
              <a:rPr lang="es-PE" smtClean="0"/>
              <a:t>15/11/2025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300799-84E8-96FF-2F4D-165239784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156F50-56E3-81F9-8B98-D78EE2456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140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tallerprogra.netlify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BEFC84C-F5B1-57B8-FD22-3C66183892CE}"/>
              </a:ext>
            </a:extLst>
          </p:cNvPr>
          <p:cNvSpPr txBox="1"/>
          <p:nvPr/>
        </p:nvSpPr>
        <p:spPr>
          <a:xfrm>
            <a:off x="647076" y="1410355"/>
            <a:ext cx="10897848" cy="4286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PE" sz="3200" b="1" dirty="0"/>
              <a:t>AVANCE DE PROYECTO FINAL 3 (APF3)</a:t>
            </a:r>
          </a:p>
          <a:p>
            <a:pPr>
              <a:lnSpc>
                <a:spcPct val="150000"/>
              </a:lnSpc>
            </a:pPr>
            <a:r>
              <a:rPr lang="es-PE" sz="3200" b="1" dirty="0"/>
              <a:t>TALLER DE PROGRAMACIÓN WEB</a:t>
            </a:r>
          </a:p>
          <a:p>
            <a:pPr>
              <a:lnSpc>
                <a:spcPct val="150000"/>
              </a:lnSpc>
            </a:pPr>
            <a:r>
              <a:rPr lang="es-PE" sz="3200" b="1" dirty="0"/>
              <a:t>CICLO 2025-2</a:t>
            </a:r>
          </a:p>
          <a:p>
            <a:pPr>
              <a:lnSpc>
                <a:spcPct val="150000"/>
              </a:lnSpc>
            </a:pPr>
            <a:r>
              <a:rPr lang="es-PE" sz="3200" b="1" dirty="0"/>
              <a:t>Tema: Agencia de Viajes “Mundo Aventurero”</a:t>
            </a:r>
            <a:endParaRPr lang="es-PE" dirty="0"/>
          </a:p>
          <a:p>
            <a:pPr>
              <a:lnSpc>
                <a:spcPct val="150000"/>
              </a:lnSpc>
            </a:pPr>
            <a:r>
              <a:rPr lang="es-PE" sz="3200" b="1" dirty="0"/>
              <a:t>Estudiante: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400" dirty="0"/>
              <a:t>Juan Abel </a:t>
            </a:r>
            <a:r>
              <a:rPr lang="es-PE" sz="2400" dirty="0" err="1"/>
              <a:t>Huaman</a:t>
            </a:r>
            <a:r>
              <a:rPr lang="es-PE" sz="2400" dirty="0"/>
              <a:t> Rafael - U22327621</a:t>
            </a:r>
            <a:endParaRPr lang="es-PE" dirty="0"/>
          </a:p>
        </p:txBody>
      </p:sp>
      <p:pic>
        <p:nvPicPr>
          <p:cNvPr id="1026" name="Picture 2" descr="Logo UTP - Campus Virtuales en Perú">
            <a:extLst>
              <a:ext uri="{FF2B5EF4-FFF2-40B4-BE49-F238E27FC236}">
                <a16:creationId xmlns:a16="http://schemas.microsoft.com/office/drawing/2014/main" id="{71B79497-2372-FC56-D8A4-085EE81104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57" b="21062"/>
          <a:stretch>
            <a:fillRect/>
          </a:stretch>
        </p:blipFill>
        <p:spPr bwMode="auto">
          <a:xfrm>
            <a:off x="3738385" y="136191"/>
            <a:ext cx="4426258" cy="1274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92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18197E-5769-734C-C544-46F7B1DF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s-ES"/>
              <a:t>INTEGRANTES DEL GRUPO</a:t>
            </a:r>
          </a:p>
          <a:p>
            <a:r>
              <a:rPr lang="es-ES"/>
              <a:t>Apellido y Nombre (orden alfabético):</a:t>
            </a:r>
          </a:p>
          <a:p>
            <a:r>
              <a:rPr lang="es-ES"/>
              <a:t>Huaman Rafael, Juan Abel — U22327621</a:t>
            </a:r>
          </a:p>
          <a:p>
            <a:r>
              <a:rPr lang="es-ES"/>
              <a:t>Coordinador del Grupo:</a:t>
            </a:r>
          </a:p>
          <a:p>
            <a:r>
              <a:rPr lang="es-ES"/>
              <a:t>Huaman Rafael, Juan Abel — U22327621</a:t>
            </a:r>
          </a:p>
          <a:p>
            <a:r>
              <a:rPr lang="es-ES"/>
              <a:t>Porcentaje de participación:</a:t>
            </a:r>
          </a:p>
          <a:p>
            <a:r>
              <a:rPr lang="es-ES"/>
              <a:t>100% — Realizado íntegramente por el estudiante.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51345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E922B9-0EB5-FF91-C180-D92EF1A09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279" y="-486907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ES" sz="2000" dirty="0"/>
              <a:t>VISTA PREVIA DEL SITIO WEB</a:t>
            </a:r>
          </a:p>
          <a:p>
            <a:r>
              <a:rPr lang="es-ES" sz="2000" dirty="0"/>
              <a:t>URL pública: </a:t>
            </a:r>
            <a:r>
              <a:rPr lang="es-ES" sz="2000" dirty="0">
                <a:hlinkClick r:id="rId2"/>
              </a:rPr>
              <a:t>https://tallerprogra.netlify.app/</a:t>
            </a:r>
            <a:endParaRPr lang="es-PE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02651A-EBC9-9C60-DA96-039BD72DC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62" y="2517573"/>
            <a:ext cx="9866710" cy="36260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11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88</Words>
  <Application>Microsoft Office PowerPoint</Application>
  <PresentationFormat>Panorámica</PresentationFormat>
  <Paragraphs>15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 - JUAN ABEL HUAMAN RAFAEL</dc:creator>
  <cp:lastModifiedBy>ALUMNO - JUAN ABEL HUAMAN RAFAEL</cp:lastModifiedBy>
  <cp:revision>2</cp:revision>
  <dcterms:created xsi:type="dcterms:W3CDTF">2025-09-08T23:20:57Z</dcterms:created>
  <dcterms:modified xsi:type="dcterms:W3CDTF">2025-11-16T02:23:18Z</dcterms:modified>
</cp:coreProperties>
</file>